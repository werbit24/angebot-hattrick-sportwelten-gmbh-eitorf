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052560" y="457200"/>
            <a:ext cx="1234440" cy="1234440"/>
          </a:xfrm>
          <a:prstGeom prst="rect">
            <a:avLst/>
          </a:prstGeom>
          <a:ln w="254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10058400" y="640080"/>
            <a:ext cx="868680" cy="868680"/>
          </a:xfrm>
          <a:prstGeom prst="rect">
            <a:avLst/>
          </a:prstGeom>
          <a:ln w="25400">
            <a:solidFill>
              <a:srgbClr val="1A2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0469880" y="502920"/>
            <a:ext cx="4572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1600200"/>
            <a:ext cx="118872" cy="118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371600"/>
            <a:ext cx="118872" cy="1188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 rot="600000">
            <a:off x="10698480" y="5212080"/>
            <a:ext cx="548640" cy="548640"/>
          </a:xfrm>
          <a:prstGeom prst="rect">
            <a:avLst/>
          </a:prstGeom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1400" y="5486400"/>
            <a:ext cx="256032" cy="2560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algn="l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l" indent="0" marL="0">
              <a:buNone/>
            </a:pPr>
            <a:r>
              <a:rPr lang="en-US" sz="4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Werbetechnik · IT-Service · Digitaldruck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Angebot: Netzwerk-, Kamera- &amp; Multimedia-Installation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85800" y="3858768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7581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Strukturiert · Fachgerecht · Modern · Zukunftssicher · Mit Garantie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434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regionaler IT-Dienstleister begleiten wir Sie auch nach der Umsetzung – zuverlässig und langfristig.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6035040"/>
            <a:ext cx="10881360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Saied Mobasheri   ·   0151 61663337   ·   info@werbit24.de   ·   www.werbit24.de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527048"/>
            <a:ext cx="457200" cy="457200"/>
          </a:xfrm>
          <a:prstGeom prst="rect">
            <a:avLst/>
          </a:prstGeom>
          <a:ln w="254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4173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1732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Grundriss &amp; Positionen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" y="2350008"/>
            <a:ext cx="457200" cy="457200"/>
          </a:xfrm>
          <a:prstGeom prst="rect">
            <a:avLst/>
          </a:prstGeom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2402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24028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Beschreibung der Arbeiten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172968"/>
            <a:ext cx="457200" cy="457200"/>
          </a:xfrm>
          <a:prstGeom prst="rect">
            <a:avLst/>
          </a:prstGeom>
          <a:ln w="254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0632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06324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Dienstleistungen &amp; Support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" y="3995928"/>
            <a:ext cx="457200" cy="457200"/>
          </a:xfrm>
          <a:prstGeom prst="rect">
            <a:avLst/>
          </a:prstGeom>
          <a:ln w="254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886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88620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Punkte &amp; Alternativen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" y="4818888"/>
            <a:ext cx="457200" cy="457200"/>
          </a:xfrm>
          <a:prstGeom prst="rect">
            <a:avLst/>
          </a:prstGeom>
          <a:ln w="254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70916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0916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Materialliste mit Preisen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8368" y="5641848"/>
            <a:ext cx="457200" cy="457200"/>
          </a:xfrm>
          <a:prstGeom prst="rect">
            <a:avLst/>
          </a:prstGeom>
          <a:ln w="254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55321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553212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 &amp; Kostenübersicht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Grundriss &amp; Positionen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8" name="Image 0" descr="/home/claude/grundris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774829" cy="4709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43509" y="1325880"/>
            <a:ext cx="5045267" cy="4709160"/>
          </a:xfrm>
          <a:prstGeom prst="roundRect">
            <a:avLst>
              <a:gd name="adj" fmla="val 116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17829" y="1536192"/>
            <a:ext cx="4496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einen Blick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17829" y="2011680"/>
            <a:ext cx="3856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Netzwerkdose Duplex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637215" y="20116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917829" y="2414016"/>
            <a:ext cx="3856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Netzwerkdose Einzel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637215" y="24140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917829" y="2816352"/>
            <a:ext cx="3856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Patchfeld 8-Port (Theke)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637215" y="281635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917829" y="3218688"/>
            <a:ext cx="3856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Stromdose Duplex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32186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15×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917829" y="3621024"/>
            <a:ext cx="3856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(4 MP Dome)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637215" y="362102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917829" y="4023360"/>
            <a:ext cx="3856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Fernseher (TV)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637215" y="40233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917829" y="4425696"/>
            <a:ext cx="3856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Raumgröße (ca.)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44256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10 m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917829" y="4846320"/>
            <a:ext cx="4496627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17829" y="4965192"/>
            <a:ext cx="44966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 = Netzwerkdose, schwarz = Stromdose. Symbole: Kamera = Video, Monitor = TV. Alle Maße geschätzt.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Beschreibung der Arbeiten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17320"/>
            <a:ext cx="3538728" cy="2121408"/>
          </a:xfrm>
          <a:prstGeom prst="roundRect">
            <a:avLst>
              <a:gd name="adj" fmla="val 258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709928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157276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Netzwerk-Verkabelung (CAT7)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1984248"/>
            <a:ext cx="822960" cy="3200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103120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CAT7-Kabel &amp; Installationskanal, Bohrungen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Netzwerkdosen montieren &amp; auflegen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Kabelprüfer messen &amp; prüfen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1417320"/>
            <a:ext cx="3538728" cy="2121408"/>
          </a:xfrm>
          <a:prstGeom prst="roundRect">
            <a:avLst>
              <a:gd name="adj" fmla="val 258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170992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18888" y="157276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Elektroarbeiten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90288" y="1984248"/>
            <a:ext cx="82296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08576" y="2103120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Stromdosen verlegen, auflegen &amp; montieren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 zentral im Sicherungskasten (mit Schalter)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Verteiler/Unterverteiler &amp; Abzweigdosen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3296" y="1417320"/>
            <a:ext cx="3538728" cy="2121408"/>
          </a:xfrm>
          <a:prstGeom prst="roundRect">
            <a:avLst>
              <a:gd name="adj" fmla="val 258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57616" y="1709928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86216" y="157276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Server-Schrank (19")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357616" y="1984248"/>
            <a:ext cx="822960" cy="3200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75904" y="2103120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Schrank, Switch &amp; Patchpanel montieren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Patchfeld aufbauen &amp; Jacks-Module auflegen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Saubere Verkabelung &amp; Beschriftung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21608"/>
            <a:ext cx="3538728" cy="2121408"/>
          </a:xfrm>
          <a:prstGeom prst="roundRect">
            <a:avLst>
              <a:gd name="adj" fmla="val 258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014216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3877056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Videoüberwachung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" y="4288536"/>
            <a:ext cx="82296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" y="4407408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Kameras montieren &amp; verkabeln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Ausrichten, einrichten &amp; konfigurieren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NVR &amp; Aufzeichnung einrichten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3721608"/>
            <a:ext cx="3538728" cy="2121408"/>
          </a:xfrm>
          <a:prstGeom prst="roundRect">
            <a:avLst>
              <a:gd name="adj" fmla="val 258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90288" y="4014216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18888" y="3877056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Multimedia / TV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90288" y="4288536"/>
            <a:ext cx="822960" cy="3200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08576" y="4407408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Fernseher montieren (Geräte vom Kunden)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 vom Schrank zu allen TVs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Anschluss, Einrichtung &amp; Test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83296" y="3721608"/>
            <a:ext cx="3538728" cy="2121408"/>
          </a:xfrm>
          <a:prstGeom prst="roundRect">
            <a:avLst>
              <a:gd name="adj" fmla="val 258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57616" y="4014216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86216" y="3877056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 &amp; Garantie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357616" y="4288536"/>
            <a:ext cx="82296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75904" y="4407408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Funktionstest aller Geräte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Dokumentation &amp; Einweisung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Monate Garantie auf unsere Leistung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Dienstleistungen – Installation &amp; Aufwand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12648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Leistung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Netzwerkverkabelung inkl. Kanal, Bohrungen,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Netzwerkdosen montieren/auflegen/prüfen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Aufbau Server-Schrank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Montage Videoüberwachung &amp; TV, Einrichtung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Elektroarbeiten (Strom: 15 Dosen + Sicherungskasten)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(geschätzt)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03720" y="1463040"/>
            <a:ext cx="4754880" cy="3657600"/>
          </a:xfrm>
          <a:prstGeom prst="roundRect">
            <a:avLst>
              <a:gd name="adj" fmla="val 15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13232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IT-Dienstleistung  ·  77 Std × 69,99 €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19556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5.389,23 €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Elektroarbeiten  ·  32 Std × 59,99 €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2715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1.919,68 €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32826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Anfahrt (Pauschale)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3282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150,00 €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32320" y="4069080"/>
            <a:ext cx="434340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69480" y="4069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Dienstleistung gesamt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4069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7.458,91 € netto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 &amp; Support (nach dem Projekt)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Wunsch betreuen wir Sie auch nach dem Projekt weiter – aus der Ferne und vor Ort, nach Vereinbarung.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28600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212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Stundenbasis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7432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Unterstützung nach Aufwand – ideal bei gelegentlichem Bedarf.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228600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2212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/ Monatsvertrag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7432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Feste, planbare Betreuung – rund um die Uhr, aus der Ferne und vor Ort.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Konditionen und Details gerne nach Vereinbarung.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Punkte – Ihre Entscheidung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5448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für Server-Schrank / Videoüberwachung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8379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er benötigt? Falls ja, wird er extra berechnet.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743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Projektzeitraum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07238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Umsetzung in ca. einer Woche – gewünschter Start?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 &amp; Support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8379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dem Projekt gewünscht? (Stundenbasis oder Paket)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109960" cy="1645920"/>
          </a:xfrm>
          <a:prstGeom prst="roundRect">
            <a:avLst>
              <a:gd name="adj" fmla="val 3333"/>
            </a:avLst>
          </a:prstGeom>
          <a:solidFill>
            <a:srgbClr val="E6F7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553712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44622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Bereits abgestimmt (Telefonat)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TV-Geräte, TV-Halterungen und HDMI-Kabel werden vom Kunden gestellt. Eine USV wird nicht benötigt. Die Montage der 6 Fernseher ist in unserer Leistung enthalten.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Ausstattung: Qualität &amp; Alternativen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Dieses Angebot wurde bewusst mit besonders hochwertigen, langlebigen und zukunftssicheren Komponenten geplant – für bestmögliche Leistung und Erreichbarkeit. Diese Variante entspricht dem Wunsch des Kunden.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011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Günstigere, trotzdem gute Alternativen sind möglich: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109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77640"/>
                <a:gridCol w="5029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Gewählt (hochwertig)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Günstigere Alternative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 24-Port PoE Pro · 450 €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Gleichwertiger Switch · 200–250 €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Videoüberwachung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Hochwertige Komponenten · 2.450 €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Hikvision Komplettset (4 MP, 2,8 mm, 4 TB) · ca. 1.300 €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Installationskanal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Kanal mit Geräteeinbau · 400 €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Standard-Kanal + Aufputzdosen · einfacher, weniger Zeit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52628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E6F7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477316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46817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Gerne stimmen wir die passende Variante gemeinsam mit Ihnen ab – für das beste Verhältnis aus Qualität, Zukunftssicherheit und Budget.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Materialliste mit Preisen (netto)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868680"/>
                <a:gridCol w="960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Artikel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Netzwerkdose Duplex (Komplettset)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Netzwerkdose Einzel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Patchfeld 8-Port Wandmontage (Digitus CAT6a)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Patchpanel 24-Port (Digitus)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Jacks-Module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UniFi 24-Port PoE 19"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Verlegekabel CAT7 (geschirmt)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~300 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Patchkabel-Set (versch. Längen)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Installationskanal m. Geräteeinbau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 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868680"/>
                <a:gridCol w="960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Artikel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Netzwerkschrank 19" 12 HE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Steckdosenleiste 8-fach 19"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Kamera Dome Hikvision 4 MP 2,8 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NVR 8-Kanal PoE (Hikvision)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Festplatte 4 TB (hochwertig)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Elektro-Material (Kabel, Dosen, Schalter,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Verteiler, Abzweigdosen)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Kleinmaterial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gesamt (netto)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B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5.325,00 €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Preise ca. Netto-Marktpreise, unverbindlich. Elektro-Material ist geschätzt (Kabel, Dosen, Schalter, Verteiler/Unterverteiler, Abzweigdosen). TV, TV-Halterungen, HDMI-Kabel, Monitor und USV sind nicht enthalten – auf Wunsch extra.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84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 &amp; Kostenübersicht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86968" y="1024128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9516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(inkl. Elektro-Material)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5.325,00 €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 &amp; IT-Installation (77 Std × 69,99 €)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5.389,23 €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Elektroarbeiten (32 Std × 59,99 €)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1.919,68 €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Anfahrt (Pauschale)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F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 (netto)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12.783,91 €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417320"/>
            <a:ext cx="3886200" cy="3200400"/>
          </a:xfrm>
          <a:prstGeom prst="roundRect">
            <a:avLst>
              <a:gd name="adj" fmla="val 171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01000" y="1673352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1591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enthalten / optional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28432" y="21031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TV, TV-Halterungen &amp; HDMI-Kabel – werden vom Kunden gestellt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(Server-Schrank) – falls gewünscht (extra)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 / Support – nach Vereinbarung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6F7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498348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51560" y="479145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Zahlungskonditionen:  </a:t>
            </a:r>
            <a:pPr indent="0" marL="0">
              <a:buNone/>
            </a:pPr>
            <a:r>
              <a:rPr lang="en-US" sz="13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 Anzahlung bei Vertragsunterzeichnung, Restbetrag direkt nach Abschluss und Übergabe.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Enthalten in Planung &amp; IT-Installation: Kabel verlegen, Bohren, Dosen setzen, Installationskanal &amp; Server-Schrank montieren, Einrichtung &amp; Konfiguration. Zusätzliches Material oder Aufwand außerhalb dieses Angebots wird extra berechnet. Alle Preise netto, zzgl. gesetzlicher MwSt.; Stundenzahl und Elektro-Material geschätzt.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6547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0" y="6547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50292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Shape 2"/>
          <p:cNvSpPr/>
          <p:nvPr/>
        </p:nvSpPr>
        <p:spPr>
          <a:xfrm>
            <a:off x="11713464" y="384048"/>
            <a:ext cx="13716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</a:t>
            </a:r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Vorteile &amp; Ihr Partner vor Ort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18470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aus einer Hand  </a:t>
            </a:r>
            <a:pPr indent="0" marL="0">
              <a:buNone/>
            </a:pPr>
            <a:r>
              <a:rPr lang="en-US" sz="14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Netzwerk, Elektro, Kamera und Multimedia – ein Ansprechpartner.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37744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32688" y="23042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Fachgerecht &amp; dokumentiert  </a:t>
            </a:r>
            <a:pPr indent="0" marL="0">
              <a:buNone/>
            </a:pPr>
            <a:r>
              <a:rPr lang="en-US" sz="14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Saubere Ausführung, getestet und übergeben.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834640"/>
            <a:ext cx="137160" cy="137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27614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Monate Garantie &amp; Support  </a:t>
            </a:r>
            <a:pPr indent="0" marL="0">
              <a:buNone/>
            </a:pPr>
            <a:r>
              <a:rPr lang="en-US" sz="14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Garantie auf unsere Leistung – auf Wunsch Betreuung danach.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109960" cy="1371600"/>
          </a:xfrm>
          <a:prstGeom prst="roundRect">
            <a:avLst>
              <a:gd name="adj" fmla="val 4000"/>
            </a:avLst>
          </a:prstGeom>
          <a:solidFill>
            <a:srgbClr val="E6F7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639312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3547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als IT – auch Werbetechnik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776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Gestaltung, Druck und Montage aus einer Hand: Visitenkarten und Flyer, Fenster- und Fahrzeugbeschriftung, T-Shirt- &amp; Textildruck, Bekleidung sowie Werbegeschenke – sprechen Sie uns gerne 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1A2B4A"/>
          </a:solidFill>
          <a:ln/>
          <a:effectLst>
            <a:outerShdw sx="100000" sy="100000" kx="0" ky="0" algn="bl" rotWithShape="0" blurRad="88900" dist="25400" dir="5400000">
              <a:srgbClr val="9AA0AA">
                <a:alpha val="3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5193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WerbIT24 · Saied Mobasheri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5412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Ohlenhohnstr. 15 · 53819 Neunkirchen-Seelscheid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51937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0151 61663337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554126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info@werbit24.de · www.werbit24.de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2026-09-03T09:30:15Z</dcterms:created>
  <dcterms:modified xsi:type="dcterms:W3CDTF">2026-09-03T09:30:15Z</dcterms:modified>
</cp:coreProperties>
</file>